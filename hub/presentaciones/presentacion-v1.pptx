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MICORREO · CORREO ARGENTINO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Mis gestiones — de "Reclamos" a un modelo por categorías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Propuesta de pantalla: categorías, tipos de usuario, búsqueda inteligente y transparencia sobre qué es real y qué todavía no.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434340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343400"/>
            <a:ext cx="1828800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87752" y="43434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07208" y="4343400"/>
            <a:ext cx="2798064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852928" y="4343400"/>
            <a:ext cx="270662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86984" y="43434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06440" y="434340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0" y="4343400"/>
            <a:ext cx="1536192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415784" y="43434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635240" y="4343400"/>
            <a:ext cx="2359152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4343400"/>
            <a:ext cx="2267712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Objetivo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96012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960120"/>
            <a:ext cx="1316736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OBJETIVO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Rediseño de la pantalla de gestiones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2103120"/>
            <a:ext cx="6309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pantalla se rediseñó reemplazando el listado plano de motivos por 7 categorías de producto/servicio, con reglas propias de visibilidad según el tipo de usuario.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406640" y="960120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960120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Las 7 categorías y su contenido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06640" y="1581912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1581912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 y qué categorías ven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406640" y="2203704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2203704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 por tags y sinónimos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06640" y="2825496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7" name="Text 14"/>
          <p:cNvSpPr/>
          <p:nvPr/>
        </p:nvSpPr>
        <p:spPr>
          <a:xfrm>
            <a:off x="7589520" y="2825496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Qué es confirmado, inferido o inventado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406640" y="3447288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3447288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Adaptación a smartphone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Recorrido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960120"/>
            <a:ext cx="301294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960120"/>
            <a:ext cx="292150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CINCO IDEAS CENTRALES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modelo tiene dos niveles independientes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198424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Por un lado, qué gestiones agrupa cada categoría. Por otro, qué categorías puede ver cada tipo de usuario. Son reglas distintas, editables por separado.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31520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 categorías reemplazan el listado plano de 19 motivos.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779776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16" name="Shape 13"/>
          <p:cNvSpPr/>
          <p:nvPr/>
        </p:nvSpPr>
        <p:spPr>
          <a:xfrm>
            <a:off x="2980944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7" name="Text 14"/>
          <p:cNvSpPr/>
          <p:nvPr/>
        </p:nvSpPr>
        <p:spPr>
          <a:xfrm>
            <a:off x="2980944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2962656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2962656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perfiles deciden qué categorías (chips) se muestran.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10912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21" name="Shape 18"/>
          <p:cNvSpPr/>
          <p:nvPr/>
        </p:nvSpPr>
        <p:spPr>
          <a:xfrm>
            <a:off x="5212080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0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193792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193792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Tags de sinónimo y el nombre de la categoría también matchean.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242048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26" name="Shape 23"/>
          <p:cNvSpPr/>
          <p:nvPr/>
        </p:nvSpPr>
        <p:spPr>
          <a:xfrm>
            <a:off x="7443216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7" name="Text 24"/>
          <p:cNvSpPr/>
          <p:nvPr/>
        </p:nvSpPr>
        <p:spPr>
          <a:xfrm>
            <a:off x="7443216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424928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7424928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Confirmado, inferido por intuición o directamente inventado.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473184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31" name="Shape 28"/>
          <p:cNvSpPr/>
          <p:nvPr/>
        </p:nvSpPr>
        <p:spPr>
          <a:xfrm>
            <a:off x="9674352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32" name="Text 29"/>
          <p:cNvSpPr/>
          <p:nvPr/>
        </p:nvSpPr>
        <p:spPr>
          <a:xfrm>
            <a:off x="9674352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656064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Responsive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656064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mismo modelo, adaptado a smartphone.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 cuenta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82535" y="1234440"/>
            <a:ext cx="424738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7528255" y="1234440"/>
            <a:ext cx="415594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TAMBIÉN CAMBIA EL MENÚ SUPERIOR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82535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acceso desde "Mi cuenta" ya dice "Mis gestiones"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482535" y="26060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No es una pantalla nueva — es un componente global (el menú del header) que aparece en toda la app, no en una ruta puntual.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82535" y="3383280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ítem del dropdown "Mi cuenta" pasa de "Ingresar Reclamos" a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"Mis gestiones"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Es sólo texto: el ítem sigue sin llevar a ningún lado por sí mismo, igual que antes.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nombre de este ítem ahora sigue automáticamente al nombre vigente de la sección — si vuelve a cambiar, se actualiza solo acá también.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2120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2" name="Image 1" descr="C:\MLOF 01\VORTEX\CORREO ARGENTINO\Reclamos\Reclamos claude\hub\presentaciones\screenshots\00-mi-cuenta-menu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PANTALLAS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"Mis gestiones" — recorrido pantalla por pantalla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paso siguiente muestra la pantalla completa.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Mis gestiones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30428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PUNTO DE PARTIDA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Vista general, categoría "Todos"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nombre de la sección es "Mis gestiones".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 gestiones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Todos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 es la unión de las categorías visibles para </a:t>
            </a:r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este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 tipo de usuario, nunca el universo completo.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Buscador, chips y listado comparten el mismo ancho máximo, alineados.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categoría por defecto es siempre "Todos".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568196" cy="310896"/>
          </a:xfrm>
          <a:prstGeom prst="roundRect">
            <a:avLst>
              <a:gd name="adj" fmla="val 50000"/>
            </a:avLst>
          </a:prstGeom>
          <a:solidFill>
            <a:srgbClr val="E7EDFB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5989320"/>
            <a:ext cx="1476756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D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1-individuo-tod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82535" y="123444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7528255" y="1234440"/>
            <a:ext cx="279806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ELEGIR UNA CATEGORÍA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82535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categoría acota listado y contador juntos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482535" y="26060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Con "Mi Cuenta" seleccionada, el listado baja a sus 2 gestiones y aparece el link "Limpiar filtro".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82535" y="3383280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"Limpiar filtro" vive en la misma línea que el contador, alineado a la derecha.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 y categoría se combinan entre sí.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Si la categoría elegida deja de estar disponible para el tipo de usuario, el filtro vuelve solo a "Todos".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82535" y="5989320"/>
            <a:ext cx="1568196" cy="310896"/>
          </a:xfrm>
          <a:prstGeom prst="roundRect">
            <a:avLst>
              <a:gd name="adj" fmla="val 50000"/>
            </a:avLst>
          </a:prstGeom>
          <a:solidFill>
            <a:srgbClr val="E7EDFB"/>
          </a:solidFill>
          <a:ln/>
        </p:spPr>
      </p:sp>
      <p:sp>
        <p:nvSpPr>
          <p:cNvPr id="12" name="Text 9"/>
          <p:cNvSpPr/>
          <p:nvPr/>
        </p:nvSpPr>
        <p:spPr>
          <a:xfrm>
            <a:off x="7528255" y="5989320"/>
            <a:ext cx="1476756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D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2120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2-individuo-mi_cuent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79806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QUÉ ES REAL Y QUÉ NO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contenido inventado se marca en el propio texto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6060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 de las 7 categorías todavía no tienen datos reales del negocio.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383280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gestión de relleno termina literalmente en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"(Gestión inventada)"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No se inventan reglas de negocio — sólo contenido de layout, para que la pantalla no se vea vacía.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Por eso estas 2 categorías están ocultas por defecto hasta que exista contenido real — sólo se muestran activando un switch puntual.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 y Fulfillment, en cambio, sí tienen contenido confirmado por el negocio.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568196" cy="310896"/>
          </a:xfrm>
          <a:prstGeom prst="roundRect">
            <a:avLst>
              <a:gd name="adj" fmla="val 50000"/>
            </a:avLst>
          </a:prstGeom>
          <a:solidFill>
            <a:srgbClr val="E7EDFB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5989320"/>
            <a:ext cx="1476756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D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3-individuo-paqueteria_internacion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Individuo, Pyme, Franquicias y Fulfillment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tipo de usuario no se ve como categoría — pero decide qué categorías existen para navegar.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79806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REGLA DE VISIBILIDAD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 no ve la categoría Fulfillment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Ve todo lo demás que ve Individuo, más su propia categoría.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categorías visibles hoy: Mi Cuenta, Paquetería Nacional,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, Oficios Judiciales (Paquetería Internacional y Comunicaciones Digitales siguen ocultas por defecto).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"Todos" para este usuario trae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 gestiones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, no 27.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categoría "Fulfillment" directamente no existe en esta vista.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815084" cy="310896"/>
          </a:xfrm>
          <a:prstGeom prst="roundRect">
            <a:avLst>
              <a:gd name="adj" fmla="val 50000"/>
            </a:avLst>
          </a:prstGeom>
          <a:solidFill>
            <a:srgbClr val="F6E8F4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5989320"/>
            <a:ext cx="1723644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02B9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4-franquicia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82535" y="1234440"/>
            <a:ext cx="227228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7528255" y="1234440"/>
            <a:ext cx="218084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REGLA SIMÉTRICA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82535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 no ve la categoría Franquicias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482535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regla es simétrica a la anterior — nunca conviven ambas categorías para un mismo usuario.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82535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categorías visibles hoy, con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 en vez de Franquicias (mismas 2 ocultas por defecto).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Acá filtrado por su propia categoría: 6 gestiones confirmadas por el negocio.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 y Pyme, en cambio, no ven ni Franquicias ni Fulfillment.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82535" y="5989320"/>
            <a:ext cx="1815084" cy="310896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/>
        </p:spPr>
      </p:sp>
      <p:sp>
        <p:nvSpPr>
          <p:cNvPr id="12" name="Text 9"/>
          <p:cNvSpPr/>
          <p:nvPr/>
        </p:nvSpPr>
        <p:spPr>
          <a:xfrm>
            <a:off x="7528255" y="5989320"/>
            <a:ext cx="1723644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7C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2120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5-fulfillme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Encontrar sin escribir el texto exacto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gestión tiene hasta 10 tags de búsqueda — sinónimos y nombre de categoría.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30428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TAGS DE SINÓNIMO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"Justicia" encuentra un motivo que no dice "justicia"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6060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gestión se llama "Inconvenientes con el pago de oficios judiciales" — la palabra no está en el texto visible.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383280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Tags de esa gestión: </a:t>
            </a:r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justicia, citación, oficial, cobro, error, falla, judicial, pago, problema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Reglas de patrón aplicadas a las 27 gestiones: "error" → tag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falla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; "demora"/"problema(s)" → tag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problema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Los tags no son un dato de negocio confirmado — son una propuesta de diseño.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2" name="Image 1" descr="C:\MLOF 01\VORTEX\CORREO ARGENTINO\Reclamos\Reclamos claude\hub\presentaciones\screenshots\06-buscar-justici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82535" y="1234440"/>
            <a:ext cx="3877056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7528255" y="1234440"/>
            <a:ext cx="3785616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NOMBRE DE CATEGORÍA COMO TAG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82535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Buscar "Mi Cuenta" trae todo su contenido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482535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Sin tocar ninguna categoría — con "Todos" seleccionado, escribir el nombre de una categoría alcanza.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82535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gestión lleva el nombre de su propia categoría como tag más.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Se matchea igual que cualquier otro tag de búsqueda.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Aplica a las 7 categorías por igual.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2120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2" name="Image 1" descr="C:\MLOF 01\VORTEX\CORREO ARGENTINO\Reclamos\Reclamos claude\hub\presentaciones\screenshots\07-buscar-mi_cuent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Responsive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30428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PANTALLA ANGOSTA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mismo modelo en ancho de smartphone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misma pantalla, adaptada a un ancho típico de mobile.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menú lateral se colapsa a un ícono de hamburguesa; el encabezado queda vacío salvo ese menú.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padding lateral del contenido se reduce.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Categorías, buscador y listado se recalculan igual que en desktop.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2" name="Image 1" descr="C:\MLOF 01\VORTEX\CORREO ARGENTINO\Reclamos\Reclamos claude\hub\presentaciones\screenshots\08-responsi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Pendiente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960120"/>
            <a:ext cx="4617720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960120"/>
            <a:ext cx="4526280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LO QUE FALTA CERRAR CON EL NEGOCIO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Definiciones abiertas, ninguna resuelta por inferencia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19842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Ninguno de estos puntos fue asumido — quedan como preguntas explícitas.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624328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11" name="Shape 8"/>
          <p:cNvSpPr/>
          <p:nvPr/>
        </p:nvSpPr>
        <p:spPr>
          <a:xfrm>
            <a:off x="850392" y="2871216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0392" y="28529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17320" y="2734056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Agrupaciones por intuición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417320" y="3044952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 Cuenta, Paquetería Nacional y Oficios Judiciales se armaron reagrupando motivos ya conocidos — el negocio todavía no las validó.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611880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16" name="Shape 13"/>
          <p:cNvSpPr/>
          <p:nvPr/>
        </p:nvSpPr>
        <p:spPr>
          <a:xfrm>
            <a:off x="850392" y="3858768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0392" y="38404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417320" y="3721608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Contenido real pendiente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417320" y="4032504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Paquetería Internacional y Mis Comunicaciones Digitales necesitan gestiones reales que reemplacen el contenido inventado — hasta entonces quedan ocultas por defecto.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599432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21" name="Shape 18"/>
          <p:cNvSpPr/>
          <p:nvPr/>
        </p:nvSpPr>
        <p:spPr>
          <a:xfrm>
            <a:off x="850392" y="4846320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0392" y="4828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417320" y="4709160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Pantalla de detalle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417320" y="5020056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pantalla de detalle de una gestión todavía no está definida.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586984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26" name="Shape 23"/>
          <p:cNvSpPr/>
          <p:nvPr/>
        </p:nvSpPr>
        <p:spPr>
          <a:xfrm>
            <a:off x="850392" y="5833872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0392" y="5815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1417320" y="5696712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Nombre definitivo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1417320" y="6007608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"Mis gestiones" es el nombre vigente de la propuesta, sujeto a validación.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FIN DEL RECORRIDO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 reales, transparencia sobre lo inventado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34747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828800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347472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07208" y="3474720"/>
            <a:ext cx="2798064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2852928" y="3474720"/>
            <a:ext cx="270662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586984" y="347472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06440" y="3474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0" y="3474720"/>
            <a:ext cx="1536192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15784" y="347472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635240" y="3474720"/>
            <a:ext cx="2359152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0" y="3474720"/>
            <a:ext cx="2267712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434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Presentación V1 · "Mis gestiones" — MiCorreo · Correo Argentino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2026-09-04T18:09:52Z</dcterms:created>
  <dcterms:modified xsi:type="dcterms:W3CDTF">2026-09-04T18:09:52Z</dcterms:modified>
</cp:coreProperties>
</file>